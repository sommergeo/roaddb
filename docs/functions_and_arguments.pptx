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2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47" d="100"/>
          <a:sy n="147" d="100"/>
        </p:scale>
        <p:origin x="69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3871D-1A92-5226-F5E5-B13AAB9CD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00E88-01EA-E2C8-2262-56472F004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2E99B-865C-A591-F738-520D2E08A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26/02/2026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7CA9C-6C1A-4DAD-7A2D-C167D38A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016FD-21BA-16E7-7692-BB64A47D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56739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1B4FE-EFFB-8575-144D-CA5B66E92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72BF5-91AB-464C-38B4-38C9B2DA8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8C189-8D14-27A0-1CD1-05D6F7B58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26/02/2026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B2607-E793-CE2F-B4D8-F673DFF1B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7CFA4-73C6-2974-7C6D-08AF33B2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5697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EF4C-CB92-AFC6-89F7-EF276E6AD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39911-17F0-0646-70DD-81CB4951A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385ED-273F-C492-98EC-E829BA93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26/02/2026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6921E-1398-2B36-F23A-77C42236A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DF5B1-E4E4-2367-F985-76FD81C5A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8811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108A-197F-BC9F-BCBE-4DE6CFA2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BBCDE-AEF9-2C5D-B29A-306DC45F1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CF2C2-FA2E-29DB-EF18-8AC26532B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073C2-968F-C2C3-6646-0E9D5680A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26/02/2026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329AA-D089-3C52-D4C9-A4DBB84E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B1002-35EB-BD52-268D-C1BF04207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30495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4FBE-4F9F-FF75-936B-BDB4A7EE4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61EFA-B3BA-C2CF-9F80-2C7823574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0853B-1B20-055F-592E-B20ED76D1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DC3A8-CE9F-8021-04E4-C8ABE398D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D568B-09F4-BF8B-6E5D-4D8E696B23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10519B-43B8-2168-5889-09D9E7EA1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26/02/2026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66D3-B71D-B3AE-3ABE-E5D2C6F18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7C1FB-8C46-2DAE-596C-F13C9D17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76249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CD6E-C539-0EBA-325A-3C441DAD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03F5A9-F8A8-1952-AF79-2B9EF3C18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26/02/2026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CA26D-47BC-22A1-0E32-39652DAC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413D8-F595-00A8-F1D3-DE9469F4C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9155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39536-0D1B-5E5D-334D-43B77D5C4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26/02/2026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5508E6-1333-C677-896E-AF37A517F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08425-124B-AD18-E568-754F24F1D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4591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230C-3D34-DC10-D3AE-251608154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227AD-9718-C41D-CCD1-2E57F03ED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7516D-136E-2CD7-495B-CCDA10CB7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E3215-0B32-C555-DE67-29EB0C2D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26/02/2026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148CA-10FB-4ED0-D717-1C8B98A6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D6098-0B7F-4650-27F9-4151F797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45337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13D3F-6D6E-A725-2442-827F49A3D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882951-DDF6-7E56-79E6-50581E3C7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CF45C-0E1F-5D2C-BC1C-2E7CDC17A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87001-F8FB-DA6F-B49C-165DAD11B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26/02/2026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8F85F-23AE-E5C1-5D54-536C3ADC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CA29C-3070-21D1-986F-056624A1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0454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C2C8-BB7C-5056-D4EA-679ECF83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E92B4-A77C-9707-2002-3A791C31B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771E5-024B-9FEF-95A7-5024D09E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26/02/2026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22E41-12A0-5D2A-0BFC-934B8853D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6CAE8-3542-A653-2674-839F47887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8683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60073-3BDE-E539-2635-2D43A1C08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3C221-4D85-106A-4D60-2A1757C96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40324-ECCF-4EF7-BD71-8F375550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26/02/2026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37017-5F3A-2AF6-E9BC-F43CAD41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26FCE-F5FA-805D-3696-CB3DE18F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54272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A59494-0FBC-29C7-5982-FBDBCA4A8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615FE-E501-2D85-322E-20F5BE00E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4872B-A266-7A73-0D16-D90818E56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AF175-EFA6-4831-8A62-20D923136DD7}" type="datetimeFigureOut">
              <a:rPr lang="en-DE" smtClean="0"/>
              <a:t>26/02/2026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2F0C0-533D-F558-18FD-D4B9AADD1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FE3A6-D72E-3F0D-D34E-DD07E48E1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5846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CDDF04A-1DE2-A3BC-E095-E460F8CD83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047600"/>
              </p:ext>
            </p:extLst>
          </p:nvPr>
        </p:nvGraphicFramePr>
        <p:xfrm>
          <a:off x="511175" y="128589"/>
          <a:ext cx="11045285" cy="6647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401115" imgH="5657763" progId="Excel.Sheet.12">
                  <p:embed/>
                </p:oleObj>
              </mc:Choice>
              <mc:Fallback>
                <p:oleObj name="Worksheet" r:id="rId2" imgW="9401115" imgH="565776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1175" y="128589"/>
                        <a:ext cx="11045285" cy="66473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710793-3471-145C-FE5F-B297A399B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108995"/>
              </p:ext>
            </p:extLst>
          </p:nvPr>
        </p:nvGraphicFramePr>
        <p:xfrm>
          <a:off x="703094" y="1220586"/>
          <a:ext cx="284162" cy="4362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162">
                  <a:extLst>
                    <a:ext uri="{9D8B030D-6E8A-4147-A177-3AD203B41FA5}">
                      <a16:colId xmlns:a16="http://schemas.microsoft.com/office/drawing/2014/main" val="208074448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2800" u="none" strike="noStrike" dirty="0">
                          <a:solidFill>
                            <a:srgbClr val="1E3283"/>
                          </a:solidFill>
                          <a:effectLst/>
                        </a:rPr>
                        <a:t>•</a:t>
                      </a:r>
                      <a:endParaRPr lang="en-DE" sz="2800" b="1" i="0" u="none" strike="noStrike" dirty="0">
                        <a:solidFill>
                          <a:srgbClr val="1E328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27577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32F459-B7F3-C5FE-05AB-7E1F3EAC1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241057"/>
              </p:ext>
            </p:extLst>
          </p:nvPr>
        </p:nvGraphicFramePr>
        <p:xfrm>
          <a:off x="703094" y="1458163"/>
          <a:ext cx="284162" cy="344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162">
                  <a:extLst>
                    <a:ext uri="{9D8B030D-6E8A-4147-A177-3AD203B41FA5}">
                      <a16:colId xmlns:a16="http://schemas.microsoft.com/office/drawing/2014/main" val="208074448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2200" b="1" i="0" u="none" strike="noStrike" dirty="0">
                          <a:solidFill>
                            <a:srgbClr val="1E3283"/>
                          </a:solidFill>
                          <a:effectLst/>
                          <a:latin typeface="Arial" panose="020B0604020202020204" pitchFamily="34" charset="0"/>
                        </a:rPr>
                        <a:t>○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275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39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Microsoft Excel 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Sommer</dc:creator>
  <cp:lastModifiedBy>Christian Sommer</cp:lastModifiedBy>
  <cp:revision>16</cp:revision>
  <dcterms:created xsi:type="dcterms:W3CDTF">2025-10-17T14:36:22Z</dcterms:created>
  <dcterms:modified xsi:type="dcterms:W3CDTF">2026-02-26T07:53:34Z</dcterms:modified>
</cp:coreProperties>
</file>