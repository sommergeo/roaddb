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588125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1" userDrawn="1">
          <p15:clr>
            <a:srgbClr val="A4A3A4"/>
          </p15:clr>
        </p15:guide>
        <p15:guide id="2" pos="20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7259"/>
    <a:srgbClr val="1E3283"/>
    <a:srgbClr val="D2DCF5"/>
    <a:srgbClr val="B3C3ED"/>
    <a:srgbClr val="D6DFF6"/>
    <a:srgbClr val="B4C3E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5" autoAdjust="0"/>
    <p:restoredTop sz="94660"/>
  </p:normalViewPr>
  <p:slideViewPr>
    <p:cSldViewPr snapToGrid="0" showGuides="1">
      <p:cViewPr varScale="1">
        <p:scale>
          <a:sx n="269" d="100"/>
          <a:sy n="269" d="100"/>
        </p:scale>
        <p:origin x="216" y="546"/>
      </p:cViewPr>
      <p:guideLst>
        <p:guide orient="horz" pos="1021"/>
        <p:guide pos="20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516" y="530264"/>
            <a:ext cx="4941094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516" y="1701796"/>
            <a:ext cx="4941094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621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1" userDrawn="1">
          <p15:clr>
            <a:srgbClr val="FBAE40"/>
          </p15:clr>
        </p15:guide>
        <p15:guide id="2" pos="207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1931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02" y="807773"/>
            <a:ext cx="5682258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502" y="2168309"/>
            <a:ext cx="5682258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82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3661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934" y="862523"/>
            <a:ext cx="2799953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5238" y="862523"/>
            <a:ext cx="2799953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4424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72505"/>
            <a:ext cx="5682258" cy="62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792" y="794272"/>
            <a:ext cx="2787085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792" y="1183532"/>
            <a:ext cx="2787085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238" y="794272"/>
            <a:ext cx="2800811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5238" y="1183532"/>
            <a:ext cx="2800811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600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119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0326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216006"/>
            <a:ext cx="212484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811" y="466513"/>
            <a:ext cx="3335238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972026"/>
            <a:ext cx="212484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902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216006"/>
            <a:ext cx="212484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00811" y="466513"/>
            <a:ext cx="3335238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972026"/>
            <a:ext cx="212484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550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129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4627" y="172505"/>
            <a:ext cx="1420564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933" y="172505"/>
            <a:ext cx="4179342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713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934" y="172505"/>
            <a:ext cx="5682258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934" y="862523"/>
            <a:ext cx="5682258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934" y="3003082"/>
            <a:ext cx="1482328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27843-68C4-4034-AC2E-7C76ACBBB60E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2317" y="3003082"/>
            <a:ext cx="2223492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2863" y="3003082"/>
            <a:ext cx="1482328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CDBBF-BA21-44D7-BA69-8F7858348BC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716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1" userDrawn="1">
          <p15:clr>
            <a:srgbClr val="F26B43"/>
          </p15:clr>
        </p15:guide>
        <p15:guide id="2" pos="207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AA4288E-6F5E-A311-4F2F-7C8230038C23}"/>
              </a:ext>
            </a:extLst>
          </p:cNvPr>
          <p:cNvSpPr/>
          <p:nvPr/>
        </p:nvSpPr>
        <p:spPr>
          <a:xfrm>
            <a:off x="1101724" y="117930"/>
            <a:ext cx="3305167" cy="3009182"/>
          </a:xfrm>
          <a:prstGeom prst="roundRect">
            <a:avLst>
              <a:gd name="adj" fmla="val 2654"/>
            </a:avLst>
          </a:prstGeom>
          <a:gradFill>
            <a:gsLst>
              <a:gs pos="0">
                <a:srgbClr val="B3C3ED"/>
              </a:gs>
              <a:gs pos="50000">
                <a:srgbClr val="D2DCF5"/>
              </a:gs>
              <a:gs pos="100000">
                <a:schemeClr val="bg1"/>
              </a:gs>
            </a:gsLst>
            <a:lin ang="5400000" scaled="1"/>
          </a:gradFill>
          <a:ln>
            <a:solidFill>
              <a:srgbClr val="1E3283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A303178-6852-6EC4-3B6C-1462814B0E38}"/>
              </a:ext>
            </a:extLst>
          </p:cNvPr>
          <p:cNvSpPr/>
          <p:nvPr/>
        </p:nvSpPr>
        <p:spPr>
          <a:xfrm>
            <a:off x="5460545" y="116247"/>
            <a:ext cx="991053" cy="3009182"/>
          </a:xfrm>
          <a:prstGeom prst="roundRect">
            <a:avLst>
              <a:gd name="adj" fmla="val 7139"/>
            </a:avLst>
          </a:prstGeom>
          <a:gradFill>
            <a:gsLst>
              <a:gs pos="0">
                <a:srgbClr val="B3C3ED"/>
              </a:gs>
              <a:gs pos="50000">
                <a:srgbClr val="D2DCF5"/>
              </a:gs>
              <a:gs pos="100000">
                <a:schemeClr val="bg1"/>
              </a:gs>
            </a:gsLst>
            <a:lin ang="5400000" scaled="1"/>
          </a:gradFill>
          <a:ln>
            <a:solidFill>
              <a:srgbClr val="1E3283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55505C-FD65-9054-B9DA-4C9C3BA6943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516990" y="1674126"/>
            <a:ext cx="235273" cy="0"/>
          </a:xfrm>
          <a:prstGeom prst="straightConnector1">
            <a:avLst/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BCC8A344-BDE0-6F64-B515-4CE3EC2C346A}"/>
              </a:ext>
            </a:extLst>
          </p:cNvPr>
          <p:cNvSpPr/>
          <p:nvPr/>
        </p:nvSpPr>
        <p:spPr>
          <a:xfrm>
            <a:off x="5787716" y="940551"/>
            <a:ext cx="540000" cy="540000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</a:t>
            </a:r>
            <a:b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2E6C70E2-BD1C-B935-D381-235E77B0D94B}"/>
              </a:ext>
            </a:extLst>
          </p:cNvPr>
          <p:cNvSpPr/>
          <p:nvPr/>
        </p:nvSpPr>
        <p:spPr>
          <a:xfrm>
            <a:off x="5787716" y="1956940"/>
            <a:ext cx="540000" cy="540000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roadDB</a:t>
            </a:r>
            <a:b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snapshot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03E793-1A45-023B-322E-38D8747D7C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6057716" y="1480553"/>
            <a:ext cx="0" cy="476389"/>
          </a:xfrm>
          <a:prstGeom prst="straightConnector1">
            <a:avLst/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03089A-9C6E-9CA8-20B4-9C8B22B84E1B}"/>
              </a:ext>
            </a:extLst>
          </p:cNvPr>
          <p:cNvSpPr txBox="1"/>
          <p:nvPr/>
        </p:nvSpPr>
        <p:spPr>
          <a:xfrm>
            <a:off x="5460545" y="1549468"/>
            <a:ext cx="6543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versioning</a:t>
            </a:r>
          </a:p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updating</a:t>
            </a:r>
            <a:endParaRPr lang="en-DE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owchart: Manual Input 13">
            <a:extLst>
              <a:ext uri="{FF2B5EF4-FFF2-40B4-BE49-F238E27FC236}">
                <a16:creationId xmlns:a16="http://schemas.microsoft.com/office/drawing/2014/main" id="{CCA75D44-88C3-0683-F7FA-BD59F14FC156}"/>
              </a:ext>
            </a:extLst>
          </p:cNvPr>
          <p:cNvSpPr/>
          <p:nvPr/>
        </p:nvSpPr>
        <p:spPr>
          <a:xfrm>
            <a:off x="666088" y="1368517"/>
            <a:ext cx="850900" cy="488034"/>
          </a:xfrm>
          <a:prstGeom prst="flowChartManualInp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input: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function,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arguments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D8F9A35B-8495-E70C-78D6-ED244D54CB4A}"/>
              </a:ext>
            </a:extLst>
          </p:cNvPr>
          <p:cNvSpPr/>
          <p:nvPr/>
        </p:nvSpPr>
        <p:spPr>
          <a:xfrm>
            <a:off x="1752261" y="1494126"/>
            <a:ext cx="704850" cy="3600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formulation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0D7095A8-522D-934F-FC67-E5B221C94A9E}"/>
              </a:ext>
            </a:extLst>
          </p:cNvPr>
          <p:cNvSpPr/>
          <p:nvPr/>
        </p:nvSpPr>
        <p:spPr>
          <a:xfrm>
            <a:off x="2692384" y="1494126"/>
            <a:ext cx="756000" cy="36000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string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lowchart: Data 17">
            <a:extLst>
              <a:ext uri="{FF2B5EF4-FFF2-40B4-BE49-F238E27FC236}">
                <a16:creationId xmlns:a16="http://schemas.microsoft.com/office/drawing/2014/main" id="{56F9D80A-5F66-961C-1C75-6F1F0BF7ADA4}"/>
              </a:ext>
            </a:extLst>
          </p:cNvPr>
          <p:cNvSpPr/>
          <p:nvPr/>
        </p:nvSpPr>
        <p:spPr>
          <a:xfrm>
            <a:off x="2686810" y="2599755"/>
            <a:ext cx="756000" cy="36000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b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DF485CDB-DC0A-D728-1994-BCE397C6FEB4}"/>
              </a:ext>
            </a:extLst>
          </p:cNvPr>
          <p:cNvSpPr/>
          <p:nvPr/>
        </p:nvSpPr>
        <p:spPr>
          <a:xfrm>
            <a:off x="1752261" y="2599755"/>
            <a:ext cx="704850" cy="3600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formatting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owchart: Data 20">
            <a:extLst>
              <a:ext uri="{FF2B5EF4-FFF2-40B4-BE49-F238E27FC236}">
                <a16:creationId xmlns:a16="http://schemas.microsoft.com/office/drawing/2014/main" id="{22249B51-20E1-927F-8156-BAC277960FDC}"/>
              </a:ext>
            </a:extLst>
          </p:cNvPr>
          <p:cNvSpPr/>
          <p:nvPr/>
        </p:nvSpPr>
        <p:spPr>
          <a:xfrm>
            <a:off x="713538" y="2604923"/>
            <a:ext cx="756000" cy="36000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b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frame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42D595-7457-D3AC-99A5-53D6905FE191}"/>
              </a:ext>
            </a:extLst>
          </p:cNvPr>
          <p:cNvGrpSpPr/>
          <p:nvPr/>
        </p:nvGrpSpPr>
        <p:grpSpPr>
          <a:xfrm>
            <a:off x="-14074" y="1754237"/>
            <a:ext cx="914400" cy="914400"/>
            <a:chOff x="67733" y="1179458"/>
            <a:chExt cx="914400" cy="914400"/>
          </a:xfrm>
        </p:grpSpPr>
        <p:pic>
          <p:nvPicPr>
            <p:cNvPr id="13" name="Graphic 12" descr="User outline">
              <a:extLst>
                <a:ext uri="{FF2B5EF4-FFF2-40B4-BE49-F238E27FC236}">
                  <a16:creationId xmlns:a16="http://schemas.microsoft.com/office/drawing/2014/main" id="{15FED949-F3C7-6A96-450A-41619DA37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733" y="1179458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7FE6B86-7620-85F2-E208-71CF14CCE50E}"/>
                </a:ext>
              </a:extLst>
            </p:cNvPr>
            <p:cNvSpPr txBox="1"/>
            <p:nvPr/>
          </p:nvSpPr>
          <p:spPr>
            <a:xfrm>
              <a:off x="292697" y="1749117"/>
              <a:ext cx="4555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User</a:t>
              </a:r>
              <a:endParaRPr lang="en-DE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Flowchart: Multidocument 25">
            <a:extLst>
              <a:ext uri="{FF2B5EF4-FFF2-40B4-BE49-F238E27FC236}">
                <a16:creationId xmlns:a16="http://schemas.microsoft.com/office/drawing/2014/main" id="{DFBDE675-1BB3-C7EB-DAA8-445F67A66B53}"/>
              </a:ext>
            </a:extLst>
          </p:cNvPr>
          <p:cNvSpPr/>
          <p:nvPr/>
        </p:nvSpPr>
        <p:spPr>
          <a:xfrm>
            <a:off x="2145962" y="544150"/>
            <a:ext cx="794087" cy="592666"/>
          </a:xfrm>
          <a:prstGeom prst="flowChartMultidocumen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Predefined</a:t>
            </a:r>
            <a:b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snippets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lowchart: Data 27">
            <a:extLst>
              <a:ext uri="{FF2B5EF4-FFF2-40B4-BE49-F238E27FC236}">
                <a16:creationId xmlns:a16="http://schemas.microsoft.com/office/drawing/2014/main" id="{2540EC41-3396-AE51-C442-FB6E772704DB}"/>
              </a:ext>
            </a:extLst>
          </p:cNvPr>
          <p:cNvSpPr/>
          <p:nvPr/>
        </p:nvSpPr>
        <p:spPr>
          <a:xfrm>
            <a:off x="1294712" y="660483"/>
            <a:ext cx="756000" cy="36000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query</a:t>
            </a:r>
            <a:b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A4CBED-8B6F-5A21-5227-B11EE4D46DFB}"/>
              </a:ext>
            </a:extLst>
          </p:cNvPr>
          <p:cNvSpPr txBox="1"/>
          <p:nvPr/>
        </p:nvSpPr>
        <p:spPr>
          <a:xfrm>
            <a:off x="4340447" y="2226940"/>
            <a:ext cx="1186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DBI::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dbconnect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DBI::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dbGetQuery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algn="ctr"/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Rpostgres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::Postgres()</a:t>
            </a:r>
          </a:p>
        </p:txBody>
      </p:sp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1083DA51-4947-7850-BE3E-B252028F63CA}"/>
              </a:ext>
            </a:extLst>
          </p:cNvPr>
          <p:cNvSpPr/>
          <p:nvPr/>
        </p:nvSpPr>
        <p:spPr>
          <a:xfrm>
            <a:off x="3591583" y="2046940"/>
            <a:ext cx="704850" cy="3600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execution</a:t>
            </a:r>
            <a:endParaRPr lang="en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2192AC-BCF8-9DFD-E29F-180F59EBFDEE}"/>
              </a:ext>
            </a:extLst>
          </p:cNvPr>
          <p:cNvCxnSpPr>
            <a:cxnSpLocks/>
            <a:stCxn id="15" idx="3"/>
            <a:endCxn id="16" idx="2"/>
          </p:cNvCxnSpPr>
          <p:nvPr/>
        </p:nvCxnSpPr>
        <p:spPr>
          <a:xfrm>
            <a:off x="2457113" y="1674126"/>
            <a:ext cx="310873" cy="0"/>
          </a:xfrm>
          <a:prstGeom prst="straightConnector1">
            <a:avLst/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D710B1A-2619-41E0-7F74-055B4E26A366}"/>
              </a:ext>
            </a:extLst>
          </p:cNvPr>
          <p:cNvCxnSpPr>
            <a:stCxn id="16" idx="5"/>
            <a:endCxn id="31" idx="0"/>
          </p:cNvCxnSpPr>
          <p:nvPr/>
        </p:nvCxnSpPr>
        <p:spPr>
          <a:xfrm>
            <a:off x="3372786" y="1674126"/>
            <a:ext cx="571223" cy="372814"/>
          </a:xfrm>
          <a:prstGeom prst="bentConnector2">
            <a:avLst/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1E781A3-4E12-07F7-2129-8C0A6D37588E}"/>
              </a:ext>
            </a:extLst>
          </p:cNvPr>
          <p:cNvCxnSpPr>
            <a:cxnSpLocks/>
            <a:stCxn id="31" idx="2"/>
            <a:endCxn id="18" idx="5"/>
          </p:cNvCxnSpPr>
          <p:nvPr/>
        </p:nvCxnSpPr>
        <p:spPr>
          <a:xfrm rot="5400000">
            <a:off x="3469204" y="2304951"/>
            <a:ext cx="372815" cy="576797"/>
          </a:xfrm>
          <a:prstGeom prst="bentConnector2">
            <a:avLst/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13C5799-EE5E-6B87-F11A-715157B5C8D0}"/>
              </a:ext>
            </a:extLst>
          </p:cNvPr>
          <p:cNvCxnSpPr>
            <a:stCxn id="31" idx="3"/>
            <a:endCxn id="5" idx="2"/>
          </p:cNvCxnSpPr>
          <p:nvPr/>
        </p:nvCxnSpPr>
        <p:spPr>
          <a:xfrm>
            <a:off x="4296433" y="2226940"/>
            <a:ext cx="1491283" cy="0"/>
          </a:xfrm>
          <a:prstGeom prst="straightConnector1">
            <a:avLst/>
          </a:prstGeom>
          <a:ln w="9525">
            <a:solidFill>
              <a:srgbClr val="1E328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CD6FB66-100F-3B5B-AC57-79CAD75BFDE0}"/>
              </a:ext>
            </a:extLst>
          </p:cNvPr>
          <p:cNvCxnSpPr>
            <a:cxnSpLocks/>
            <a:stCxn id="18" idx="2"/>
            <a:endCxn id="19" idx="3"/>
          </p:cNvCxnSpPr>
          <p:nvPr/>
        </p:nvCxnSpPr>
        <p:spPr>
          <a:xfrm flipH="1">
            <a:off x="2457113" y="2779755"/>
            <a:ext cx="305299" cy="0"/>
          </a:xfrm>
          <a:prstGeom prst="straightConnector1">
            <a:avLst/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0C6B3DD-DC89-8911-9EC5-01718B25528E}"/>
              </a:ext>
            </a:extLst>
          </p:cNvPr>
          <p:cNvCxnSpPr>
            <a:cxnSpLocks/>
            <a:stCxn id="19" idx="1"/>
            <a:endCxn id="21" idx="5"/>
          </p:cNvCxnSpPr>
          <p:nvPr/>
        </p:nvCxnSpPr>
        <p:spPr>
          <a:xfrm flipH="1">
            <a:off x="1393940" y="2779755"/>
            <a:ext cx="358323" cy="5168"/>
          </a:xfrm>
          <a:prstGeom prst="straightConnector1">
            <a:avLst/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27853C8-084A-089E-059F-06D6CAC5B054}"/>
              </a:ext>
            </a:extLst>
          </p:cNvPr>
          <p:cNvCxnSpPr>
            <a:cxnSpLocks/>
            <a:stCxn id="28" idx="3"/>
            <a:endCxn id="15" idx="0"/>
          </p:cNvCxnSpPr>
          <p:nvPr/>
        </p:nvCxnSpPr>
        <p:spPr>
          <a:xfrm rot="16200000" flipH="1">
            <a:off x="1614079" y="1003518"/>
            <a:ext cx="473643" cy="507575"/>
          </a:xfrm>
          <a:prstGeom prst="bentConnector3">
            <a:avLst>
              <a:gd name="adj1" fmla="val 50000"/>
            </a:avLst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E7768DA-C910-4BD2-DC20-C8DCA37B7662}"/>
              </a:ext>
            </a:extLst>
          </p:cNvPr>
          <p:cNvCxnSpPr>
            <a:cxnSpLocks/>
            <a:stCxn id="26" idx="2"/>
            <a:endCxn id="15" idx="0"/>
          </p:cNvCxnSpPr>
          <p:nvPr/>
        </p:nvCxnSpPr>
        <p:spPr>
          <a:xfrm rot="5400000">
            <a:off x="2106359" y="1112699"/>
            <a:ext cx="379754" cy="383100"/>
          </a:xfrm>
          <a:prstGeom prst="bentConnector3">
            <a:avLst>
              <a:gd name="adj1" fmla="val 37459"/>
            </a:avLst>
          </a:prstGeom>
          <a:ln w="9525">
            <a:solidFill>
              <a:srgbClr val="1E32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470B89F-4108-6B5D-CEAE-AC64D9026D0F}"/>
              </a:ext>
            </a:extLst>
          </p:cNvPr>
          <p:cNvSpPr txBox="1"/>
          <p:nvPr/>
        </p:nvSpPr>
        <p:spPr>
          <a:xfrm>
            <a:off x="2025581" y="196672"/>
            <a:ext cx="1457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err="1">
                <a:solidFill>
                  <a:srgbClr val="1E328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road_get</a:t>
            </a:r>
            <a:r>
              <a:rPr lang="en-US" sz="1000" b="1" dirty="0">
                <a:solidFill>
                  <a:srgbClr val="1E328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_* functions</a:t>
            </a:r>
            <a:endParaRPr lang="en-DE" sz="1000" b="1" dirty="0">
              <a:solidFill>
                <a:srgbClr val="1E328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0350E1-52E8-B034-E571-C13D4F0D4714}"/>
              </a:ext>
            </a:extLst>
          </p:cNvPr>
          <p:cNvSpPr txBox="1"/>
          <p:nvPr/>
        </p:nvSpPr>
        <p:spPr>
          <a:xfrm>
            <a:off x="5664965" y="196672"/>
            <a:ext cx="582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rgbClr val="1E328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</a:p>
          <a:p>
            <a:pPr algn="ctr"/>
            <a:r>
              <a:rPr lang="en-US" sz="1000" b="1" dirty="0">
                <a:solidFill>
                  <a:srgbClr val="1E328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en-DE" sz="1000" b="1" dirty="0">
              <a:solidFill>
                <a:srgbClr val="1E328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76C533-A4FD-24AF-81BF-C10195A61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711" y="152482"/>
            <a:ext cx="46459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598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58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Sommer</dc:creator>
  <cp:lastModifiedBy>Christian Sommer</cp:lastModifiedBy>
  <cp:revision>31</cp:revision>
  <dcterms:created xsi:type="dcterms:W3CDTF">2026-02-12T15:37:13Z</dcterms:created>
  <dcterms:modified xsi:type="dcterms:W3CDTF">2026-02-25T14:41:32Z</dcterms:modified>
</cp:coreProperties>
</file>