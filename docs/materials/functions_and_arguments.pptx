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2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47" d="100"/>
          <a:sy n="147" d="100"/>
        </p:scale>
        <p:origin x="69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3871D-1A92-5226-F5E5-B13AAB9CD6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B00E88-01EA-E2C8-2262-56472F004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2E99B-865C-A591-F738-520D2E08A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7CA9C-6C1A-4DAD-7A2D-C167D38AB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016FD-21BA-16E7-7692-BB64A47D4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56739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1B4FE-EFFB-8575-144D-CA5B66E92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72BF5-91AB-464C-38B4-38C9B2DA8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8C189-8D14-27A0-1CD1-05D6F7B58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B2607-E793-CE2F-B4D8-F673DFF1B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7CFA4-73C6-2974-7C6D-08AF33B2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56979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DEF4C-CB92-AFC6-89F7-EF276E6AD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39911-17F0-0646-70DD-81CB4951A4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3385ED-273F-C492-98EC-E829BA93D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6921E-1398-2B36-F23A-77C42236A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DF5B1-E4E4-2367-F985-76FD81C5A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8811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108A-197F-BC9F-BCBE-4DE6CFA2B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BCDE-AEF9-2C5D-B29A-306DC45F12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8CF2C2-FA2E-29DB-EF18-8AC26532B6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7073C2-968F-C2C3-6646-0E9D5680A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1329AA-D089-3C52-D4C9-A4DBB84EC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B1002-35EB-BD52-268D-C1BF04207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30495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44FBE-4F9F-FF75-936B-BDB4A7EE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F61EFA-B3BA-C2CF-9F80-2C7823574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40853B-1B20-055F-592E-B20ED76D1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DC3A8-CE9F-8021-04E4-C8ABE398D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BD568B-09F4-BF8B-6E5D-4D8E696B23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10519B-43B8-2168-5889-09D9E7EA1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66D3-B71D-B3AE-3ABE-E5D2C6F1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27C1FB-8C46-2DAE-596C-F13C9D17D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76249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FCD6E-C539-0EBA-325A-3C441DADD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03F5A9-F8A8-1952-AF79-2B9EF3C18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5CA26D-47BC-22A1-0E32-39652DAC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C413D8-F595-00A8-F1D3-DE9469F4C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9155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739536-0D1B-5E5D-334D-43B77D5C4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5508E6-1333-C677-896E-AF37A517F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08425-124B-AD18-E568-754F24F1D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5459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B230C-3D34-DC10-D3AE-251608154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227AD-9718-C41D-CCD1-2E57F03ED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7516D-136E-2CD7-495B-CCDA10CB7B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AE3215-0B32-C555-DE67-29EB0C2D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F148CA-10FB-4ED0-D717-1C8B98A6C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D6098-0B7F-4650-27F9-4151F797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45337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13D3F-6D6E-A725-2442-827F49A3D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882951-DDF6-7E56-79E6-50581E3C73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7CF45C-0E1F-5D2C-BC1C-2E7CDC17A9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B87001-F8FB-DA6F-B49C-165DAD11B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78F85F-23AE-E5C1-5D54-536C3ADC5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2CA29C-3070-21D1-986F-056624A11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04543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C2C8-BB7C-5056-D4EA-679ECF830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E92B4-A77C-9707-2002-3A791C31BA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B771E5-024B-9FEF-95A7-5024D09E2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22E41-12A0-5D2A-0BFC-934B8853D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6CAE8-3542-A653-2674-839F47887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58683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060073-3BDE-E539-2635-2D43A1C08F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43C221-4D85-106A-4D60-2A1757C96C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40324-ECCF-4EF7-BD71-8F3755500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37017-5F3A-2AF6-E9BC-F43CAD41F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26FCE-F5FA-805D-3696-CB3DE18F0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54272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A59494-0FBC-29C7-5982-FBDBCA4A8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0615FE-E501-2D85-322E-20F5BE00E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4872B-A266-7A73-0D16-D90818E560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2AF175-EFA6-4831-8A62-20D923136DD7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2F0C0-533D-F558-18FD-D4B9AADD1B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FE3A6-D72E-3F0D-D34E-DD07E48E17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58463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BE02-F8CE-2C1A-333C-E6CD22C25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B0E9B2E2-34AD-D84F-A42F-A27B13FD936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7074115"/>
              </p:ext>
            </p:extLst>
          </p:nvPr>
        </p:nvGraphicFramePr>
        <p:xfrm>
          <a:off x="511175" y="128589"/>
          <a:ext cx="11045285" cy="664734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9401115" imgH="5657763" progId="Excel.Sheet.12">
                  <p:embed/>
                </p:oleObj>
              </mc:Choice>
              <mc:Fallback>
                <p:oleObj name="Worksheet" r:id="rId2" imgW="9401115" imgH="5657763" progId="Excel.Sheet.12">
                  <p:embed/>
                  <p:pic>
                    <p:nvPicPr>
                      <p:cNvPr id="8" name="Object 7">
                        <a:extLst>
                          <a:ext uri="{FF2B5EF4-FFF2-40B4-BE49-F238E27FC236}">
                            <a16:creationId xmlns:a16="http://schemas.microsoft.com/office/drawing/2014/main" id="{9CDDF04A-1DE2-A3BC-E095-E460F8CD83D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11175" y="128589"/>
                        <a:ext cx="11045285" cy="664734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D9DD545-DE6D-36F9-D873-20511B7E7A2E}"/>
              </a:ext>
            </a:extLst>
          </p:cNvPr>
          <p:cNvGraphicFramePr>
            <a:graphicFrameLocks noGrp="1"/>
          </p:cNvGraphicFramePr>
          <p:nvPr/>
        </p:nvGraphicFramePr>
        <p:xfrm>
          <a:off x="703094" y="1220586"/>
          <a:ext cx="284162" cy="4362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4162">
                  <a:extLst>
                    <a:ext uri="{9D8B030D-6E8A-4147-A177-3AD203B41FA5}">
                      <a16:colId xmlns:a16="http://schemas.microsoft.com/office/drawing/2014/main" val="208074448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2800" u="none" strike="noStrike" dirty="0">
                          <a:solidFill>
                            <a:srgbClr val="1E3283"/>
                          </a:solidFill>
                          <a:effectLst/>
                        </a:rPr>
                        <a:t>•</a:t>
                      </a:r>
                      <a:endParaRPr lang="en-DE" sz="2800" b="1" i="0" u="none" strike="noStrike" dirty="0">
                        <a:solidFill>
                          <a:srgbClr val="1E328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8275772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063509-5A14-57BA-207D-0171BC2FA689}"/>
              </a:ext>
            </a:extLst>
          </p:cNvPr>
          <p:cNvGraphicFramePr>
            <a:graphicFrameLocks noGrp="1"/>
          </p:cNvGraphicFramePr>
          <p:nvPr/>
        </p:nvGraphicFramePr>
        <p:xfrm>
          <a:off x="703094" y="1458163"/>
          <a:ext cx="284162" cy="3448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4162">
                  <a:extLst>
                    <a:ext uri="{9D8B030D-6E8A-4147-A177-3AD203B41FA5}">
                      <a16:colId xmlns:a16="http://schemas.microsoft.com/office/drawing/2014/main" val="208074448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2200" b="1" i="0" u="none" strike="noStrike" dirty="0">
                          <a:solidFill>
                            <a:srgbClr val="1E3283"/>
                          </a:solidFill>
                          <a:effectLst/>
                          <a:latin typeface="Arial" panose="020B0604020202020204" pitchFamily="34" charset="0"/>
                        </a:rPr>
                        <a:t>○</a:t>
                      </a:r>
                    </a:p>
                  </a:txBody>
                  <a:tcPr marL="9525" marR="9525" marT="9525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8275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320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Microsoft Excel Worksheet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Sommer</dc:creator>
  <cp:lastModifiedBy>Christian Sommer</cp:lastModifiedBy>
  <cp:revision>18</cp:revision>
  <dcterms:created xsi:type="dcterms:W3CDTF">2025-10-17T14:36:22Z</dcterms:created>
  <dcterms:modified xsi:type="dcterms:W3CDTF">2026-03-18T11:00:21Z</dcterms:modified>
</cp:coreProperties>
</file>