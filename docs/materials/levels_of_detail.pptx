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  <a:srgbClr val="1E3283"/>
    <a:srgbClr val="7A7259"/>
    <a:srgbClr val="B3C3ED"/>
    <a:srgbClr val="D2DCF5"/>
    <a:srgbClr val="C2CFF1"/>
    <a:srgbClr val="E2E9F8"/>
    <a:srgbClr val="F2F5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7585D-BAFA-FF79-CFD8-B7CD47B5C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756F8-E1E8-4EE3-0AC1-5FAC049D9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47192-FE1D-33BE-14F1-A620D36BD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18/03/2026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60E3D-38AD-CD41-8149-92DC48C84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F4A58-70CC-D11C-0261-56E7386F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2002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D9498-90B2-F7EF-C087-9233DDFA6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60148-49A5-6D78-4A4B-2C37C2352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637CF-8704-90F8-D1C3-EB288849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18/03/2026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20E7B-36CC-6C2F-A1D6-727A29631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61E48-6917-F0DB-A39E-B3263475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2809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2B06F-0956-12D0-D75C-874D19374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84D4D-1EC1-8BE6-E870-0C69D296B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4139B-B93C-EAFD-7F06-3D4135AAA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18/03/2026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1E7A1-9593-B52E-6465-87B9A7E5A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8893E-EB19-2600-B269-09B2A0F72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42482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FDC5C-9F16-E169-D027-C6805C253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DF402-43D0-6517-6CFF-2D6B9BA40D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5CD44-FDEF-4CDC-D816-4BAD4380D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3FCE4-F836-61E9-BA23-E0145DC6A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18/03/2026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A2A92-F0F7-324F-FF1B-6E0C7D5A8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8BC26-89FB-9339-9A28-B04D1B0E0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5995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1AE8-B09B-9165-622F-6872AA37E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DBECC-8068-535D-FB5E-3CC974E9C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F5A25-916A-B2F8-29C7-67CA4700A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996CB2-6036-8620-D037-673FCC7993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86024B-12FF-6D62-51A2-D616A7A1C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DFAA1-A45D-AD49-C630-A5E1EF442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18/03/2026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19A5B-CD3C-C710-C13E-E869646CC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795C0D-599D-FAA6-7125-78CC61EF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7015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59C12-D3EC-193B-0A27-6E26BD35E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597D5C-6B80-21B3-0A81-E926B8F18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18/03/2026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F8142-7C64-9C84-41A8-660F03507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612DEA-B053-08C1-8130-BADF7527C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5463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CB4929-25A8-F1B0-036F-CDD96BFC6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18/03/2026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C4268-2F2D-6C6C-B0FF-5F90377A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B50F5-012C-25E4-1AD4-91AA1296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97172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774A-E3E0-AE68-9E5D-DCDD407A7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77ED5-5908-0556-299F-D7A062872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4A2DA-1FBB-B847-84F2-D907F76D7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2E9F7-748A-CF41-CF2F-240CB8AC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18/03/2026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0B1FCF-CD35-4399-E4B0-6929FDF3A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BC4DD-AD27-6A95-9D92-F9502223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1344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2BDD5-258E-34E9-0C3B-B6D4F03F2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2DADC8-B44C-8281-258C-08758D02A9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4BBDF-6255-BBAE-CB76-D656327FE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40BBF-4390-A259-C51C-F45B72FE4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18/03/2026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2317-74BF-C903-5F98-F8CE58B3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5B2A28-3FAA-95DB-F849-3BDF6BFC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99758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0CBB0-9320-4181-1F22-5F4712615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91DA2-5DE8-4422-0543-924A1DED9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844C-3A31-2B5F-0915-3E4F5E6EB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18/03/2026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3DCCC-A4F2-8163-868D-A212431B3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7D450-C26B-38CA-23BC-7AEA14B8E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25648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794E80-CCB2-41C8-6351-D59ABDF48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13B89C-6FE5-C2EC-4F63-87C9FC9CD3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6B37B-C8F7-2127-A0DA-A6365D546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14209-DDC5-4466-AD2B-718302D4640B}" type="datetimeFigureOut">
              <a:rPr lang="en-DE" smtClean="0"/>
              <a:t>18/03/2026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CFB54-7C29-6142-8AA8-0F3A92952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3555B-6FA4-26F1-A63A-5CD7839A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25989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2D218F-3071-57CA-2FB2-83A26AB76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9C130-D380-4028-1437-E7EF89F11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B2AF1-17FB-EDE1-60F1-4EEE5DED45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A14209-DDC5-4466-AD2B-718302D4640B}" type="datetimeFigureOut">
              <a:rPr lang="en-DE" smtClean="0"/>
              <a:t>18/03/2026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D9653-49C4-1417-6291-DBB42D897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B9449-F35D-6FE1-8DF4-FD538919C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926C24-E1B8-470E-8ECE-199277C3367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2817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24" Type="http://schemas.openxmlformats.org/officeDocument/2006/relationships/image" Target="../media/image23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61CCA20-B52D-8DA1-3622-C7AB33635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381" y="6943770"/>
            <a:ext cx="9011908" cy="1209844"/>
          </a:xfrm>
          <a:prstGeom prst="rect">
            <a:avLst/>
          </a:prstGeom>
        </p:spPr>
      </p:pic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DC23220F-7A18-B523-4793-4FC184C967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22255" y="251399"/>
            <a:ext cx="6765095" cy="5831979"/>
          </a:xfrm>
          <a:prstGeom prst="triangle">
            <a:avLst/>
          </a:prstGeom>
          <a:gradFill flip="none" rotWithShape="1">
            <a:gsLst>
              <a:gs pos="0">
                <a:srgbClr val="B3C3ED"/>
              </a:gs>
              <a:gs pos="50000">
                <a:srgbClr val="D2DCF5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7" name="Graphic 16" descr="Layers Design with solid fill">
            <a:extLst>
              <a:ext uri="{FF2B5EF4-FFF2-40B4-BE49-F238E27FC236}">
                <a16:creationId xmlns:a16="http://schemas.microsoft.com/office/drawing/2014/main" id="{4BE4F183-C9E4-9476-DB2C-72ED0F41F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07848" y="2515993"/>
            <a:ext cx="1393910" cy="1393910"/>
          </a:xfrm>
          <a:prstGeom prst="rect">
            <a:avLst/>
          </a:prstGeom>
        </p:spPr>
      </p:pic>
      <p:pic>
        <p:nvPicPr>
          <p:cNvPr id="18" name="Graphic 17" descr="Hourglass Finished with solid fill">
            <a:extLst>
              <a:ext uri="{FF2B5EF4-FFF2-40B4-BE49-F238E27FC236}">
                <a16:creationId xmlns:a16="http://schemas.microsoft.com/office/drawing/2014/main" id="{9896010B-3508-0274-AFB3-63FD5A027E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87505" y="4600843"/>
            <a:ext cx="1080000" cy="108000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0F6931C-7608-4D16-5F99-1AC43AE6D81F}"/>
              </a:ext>
            </a:extLst>
          </p:cNvPr>
          <p:cNvCxnSpPr>
            <a:cxnSpLocks/>
          </p:cNvCxnSpPr>
          <p:nvPr/>
        </p:nvCxnSpPr>
        <p:spPr>
          <a:xfrm flipH="1">
            <a:off x="1304649" y="2295607"/>
            <a:ext cx="7377878" cy="73761"/>
          </a:xfrm>
          <a:prstGeom prst="line">
            <a:avLst/>
          </a:prstGeom>
          <a:ln w="38100">
            <a:solidFill>
              <a:srgbClr val="1E328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7824D2A-3B64-4161-071F-AC520865B7E1}"/>
              </a:ext>
            </a:extLst>
          </p:cNvPr>
          <p:cNvCxnSpPr>
            <a:cxnSpLocks/>
          </p:cNvCxnSpPr>
          <p:nvPr/>
        </p:nvCxnSpPr>
        <p:spPr>
          <a:xfrm flipH="1">
            <a:off x="1304649" y="4110949"/>
            <a:ext cx="8420465" cy="0"/>
          </a:xfrm>
          <a:prstGeom prst="line">
            <a:avLst/>
          </a:prstGeom>
          <a:ln w="38100">
            <a:solidFill>
              <a:srgbClr val="1E328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F3BFA2F-2E81-8BBE-1883-C90878AD0C43}"/>
              </a:ext>
            </a:extLst>
          </p:cNvPr>
          <p:cNvSpPr txBox="1"/>
          <p:nvPr/>
        </p:nvSpPr>
        <p:spPr>
          <a:xfrm>
            <a:off x="1304649" y="1043167"/>
            <a:ext cx="418635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600" dirty="0">
                <a:latin typeface="Lato" panose="020F0502020204030203" pitchFamily="34" charset="0"/>
              </a:rPr>
              <a:t>LOD1: Localities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0CB53C-17BC-8AAB-89AF-C190CBF0902D}"/>
              </a:ext>
            </a:extLst>
          </p:cNvPr>
          <p:cNvSpPr txBox="1"/>
          <p:nvPr/>
        </p:nvSpPr>
        <p:spPr>
          <a:xfrm>
            <a:off x="1304648" y="2888749"/>
            <a:ext cx="4228754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600" dirty="0">
                <a:latin typeface="Lato" panose="020F0502020204030203" pitchFamily="34" charset="0"/>
              </a:rPr>
              <a:t>LOD2: Assemblages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E46798-F73A-F6F7-83CB-66724E34315B}"/>
              </a:ext>
            </a:extLst>
          </p:cNvPr>
          <p:cNvSpPr txBox="1"/>
          <p:nvPr/>
        </p:nvSpPr>
        <p:spPr>
          <a:xfrm>
            <a:off x="1304647" y="4450547"/>
            <a:ext cx="4681682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3600" dirty="0">
                <a:latin typeface="Lato" panose="020F0502020204030203" pitchFamily="34" charset="0"/>
              </a:rPr>
              <a:t>LOD3: Dates &amp;</a:t>
            </a:r>
            <a:br>
              <a:rPr lang="en-US" sz="3600" dirty="0">
                <a:latin typeface="Lato" panose="020F0502020204030203" pitchFamily="34" charset="0"/>
              </a:rPr>
            </a:br>
            <a:r>
              <a:rPr lang="en-US" sz="3600" dirty="0">
                <a:latin typeface="Lato" panose="020F0502020204030203" pitchFamily="34" charset="0"/>
              </a:rPr>
              <a:t>Publications</a:t>
            </a:r>
          </a:p>
        </p:txBody>
      </p:sp>
      <p:pic>
        <p:nvPicPr>
          <p:cNvPr id="37" name="Graphic 36" descr="Skull with solid fill">
            <a:extLst>
              <a:ext uri="{FF2B5EF4-FFF2-40B4-BE49-F238E27FC236}">
                <a16:creationId xmlns:a16="http://schemas.microsoft.com/office/drawing/2014/main" id="{4FA2FCBA-078C-03DB-A984-ADDE7EB8D6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149331">
            <a:off x="7903534" y="2276635"/>
            <a:ext cx="720000" cy="720000"/>
          </a:xfrm>
          <a:prstGeom prst="rect">
            <a:avLst/>
          </a:prstGeom>
        </p:spPr>
      </p:pic>
      <p:pic>
        <p:nvPicPr>
          <p:cNvPr id="39" name="Graphic 38" descr="Prehistoric Tool with solid fill">
            <a:extLst>
              <a:ext uri="{FF2B5EF4-FFF2-40B4-BE49-F238E27FC236}">
                <a16:creationId xmlns:a16="http://schemas.microsoft.com/office/drawing/2014/main" id="{1A31CE2F-2094-520C-066F-63559FBAB1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98598" y="2332487"/>
            <a:ext cx="720000" cy="720000"/>
          </a:xfrm>
          <a:prstGeom prst="rect">
            <a:avLst/>
          </a:prstGeom>
        </p:spPr>
      </p:pic>
      <p:pic>
        <p:nvPicPr>
          <p:cNvPr id="41" name="Graphic 40" descr="Leaf with solid fill">
            <a:extLst>
              <a:ext uri="{FF2B5EF4-FFF2-40B4-BE49-F238E27FC236}">
                <a16:creationId xmlns:a16="http://schemas.microsoft.com/office/drawing/2014/main" id="{CD18F2A8-E7FE-0065-93C6-36FE453881F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81008" y="3501352"/>
            <a:ext cx="540000" cy="540000"/>
          </a:xfrm>
          <a:prstGeom prst="rect">
            <a:avLst/>
          </a:prstGeom>
        </p:spPr>
      </p:pic>
      <p:pic>
        <p:nvPicPr>
          <p:cNvPr id="43" name="Graphic 42" descr="Bear with solid fill">
            <a:extLst>
              <a:ext uri="{FF2B5EF4-FFF2-40B4-BE49-F238E27FC236}">
                <a16:creationId xmlns:a16="http://schemas.microsoft.com/office/drawing/2014/main" id="{37582AD7-CB81-2F22-95BF-04627FD019D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20848492">
            <a:off x="6240670" y="3382500"/>
            <a:ext cx="720000" cy="720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7B01130-1399-5EF6-61EE-3E5393725782}"/>
              </a:ext>
            </a:extLst>
          </p:cNvPr>
          <p:cNvGrpSpPr/>
          <p:nvPr/>
        </p:nvGrpSpPr>
        <p:grpSpPr>
          <a:xfrm>
            <a:off x="6779859" y="833093"/>
            <a:ext cx="1440000" cy="1440000"/>
            <a:chOff x="6575530" y="437060"/>
            <a:chExt cx="1858547" cy="1858547"/>
          </a:xfrm>
        </p:grpSpPr>
        <p:pic>
          <p:nvPicPr>
            <p:cNvPr id="15" name="Graphic 14" descr="Earth globe: Africa and Europe with solid fill">
              <a:extLst>
                <a:ext uri="{FF2B5EF4-FFF2-40B4-BE49-F238E27FC236}">
                  <a16:creationId xmlns:a16="http://schemas.microsoft.com/office/drawing/2014/main" id="{2175CF05-CB85-EAAD-7528-11BCDF418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575530" y="437060"/>
              <a:ext cx="1858547" cy="1858547"/>
            </a:xfrm>
            <a:prstGeom prst="rect">
              <a:avLst/>
            </a:prstGeom>
          </p:spPr>
        </p:pic>
        <p:pic>
          <p:nvPicPr>
            <p:cNvPr id="16" name="Graphic 15" descr="Marker with solid fill">
              <a:extLst>
                <a:ext uri="{FF2B5EF4-FFF2-40B4-BE49-F238E27FC236}">
                  <a16:creationId xmlns:a16="http://schemas.microsoft.com/office/drawing/2014/main" id="{8CA7285C-4CEE-0D29-CE8D-BCC21CA9A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49475" y="772958"/>
              <a:ext cx="360000" cy="360000"/>
            </a:xfrm>
            <a:prstGeom prst="rect">
              <a:avLst/>
            </a:prstGeom>
          </p:spPr>
        </p:pic>
        <p:pic>
          <p:nvPicPr>
            <p:cNvPr id="44" name="Graphic 43" descr="Marker with solid fill">
              <a:extLst>
                <a:ext uri="{FF2B5EF4-FFF2-40B4-BE49-F238E27FC236}">
                  <a16:creationId xmlns:a16="http://schemas.microsoft.com/office/drawing/2014/main" id="{7F9F2111-D592-C3CA-EE75-527CC94272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382775" y="1534282"/>
              <a:ext cx="360000" cy="360000"/>
            </a:xfrm>
            <a:prstGeom prst="rect">
              <a:avLst/>
            </a:prstGeom>
          </p:spPr>
        </p:pic>
        <p:pic>
          <p:nvPicPr>
            <p:cNvPr id="45" name="Graphic 44" descr="Marker with solid fill">
              <a:extLst>
                <a:ext uri="{FF2B5EF4-FFF2-40B4-BE49-F238E27FC236}">
                  <a16:creationId xmlns:a16="http://schemas.microsoft.com/office/drawing/2014/main" id="{3670368E-0AA5-11F9-D297-2F1C2FDD9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088186" y="1135306"/>
              <a:ext cx="360000" cy="360000"/>
            </a:xfrm>
            <a:prstGeom prst="rect">
              <a:avLst/>
            </a:prstGeom>
          </p:spPr>
        </p:pic>
      </p:grpSp>
      <p:pic>
        <p:nvPicPr>
          <p:cNvPr id="3" name="Graphic 2" descr="Books with solid fill">
            <a:extLst>
              <a:ext uri="{FF2B5EF4-FFF2-40B4-BE49-F238E27FC236}">
                <a16:creationId xmlns:a16="http://schemas.microsoft.com/office/drawing/2014/main" id="{1119AA37-9FD4-FB59-BB5F-B1910FABDDE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22045" y="4600843"/>
            <a:ext cx="1080000" cy="1080000"/>
          </a:xfrm>
          <a:prstGeom prst="rect">
            <a:avLst/>
          </a:prstGeom>
        </p:spPr>
      </p:pic>
      <p:pic>
        <p:nvPicPr>
          <p:cNvPr id="6" name="Graphic 5" descr="Bonfire with solid fill">
            <a:extLst>
              <a:ext uri="{FF2B5EF4-FFF2-40B4-BE49-F238E27FC236}">
                <a16:creationId xmlns:a16="http://schemas.microsoft.com/office/drawing/2014/main" id="{47898A4F-FE3B-8536-1736-4FCBE2C15C5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970449" y="3007581"/>
            <a:ext cx="540000" cy="540000"/>
          </a:xfrm>
          <a:prstGeom prst="rect">
            <a:avLst/>
          </a:prstGeom>
        </p:spPr>
      </p:pic>
      <p:pic>
        <p:nvPicPr>
          <p:cNvPr id="11" name="Graphic 10" descr="Shell with solid fill">
            <a:extLst>
              <a:ext uri="{FF2B5EF4-FFF2-40B4-BE49-F238E27FC236}">
                <a16:creationId xmlns:a16="http://schemas.microsoft.com/office/drawing/2014/main" id="{1A3A7FCB-6671-D243-F034-EA574D41608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195617" y="2941075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085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Aims</dc:title>
  <dc:creator>Christian Sommer</dc:creator>
  <cp:lastModifiedBy>Christian Sommer</cp:lastModifiedBy>
  <cp:revision>147</cp:revision>
  <dcterms:created xsi:type="dcterms:W3CDTF">2024-12-02T11:18:14Z</dcterms:created>
  <dcterms:modified xsi:type="dcterms:W3CDTF">2026-03-18T12:45:58Z</dcterms:modified>
</cp:coreProperties>
</file>